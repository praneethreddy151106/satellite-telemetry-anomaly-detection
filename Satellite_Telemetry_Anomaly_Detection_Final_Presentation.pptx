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</a:rPr>
              <a:t>OPSSAT-AD  |  Satellite Telemetry Anomaly Detection in 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Telemetry Anomaly Detection Using Machine Learning in 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Presentation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943600" cy="178308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9718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B. Praneeth Reddy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160124771028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Section:  I-1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AI &amp; 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 Chaitanya Bharathi Institute of Technology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926080"/>
            <a:ext cx="1554480" cy="1554480"/>
          </a:xfrm>
          <a:prstGeom prst="ellipse">
            <a:avLst/>
          </a:prstGeom>
          <a:solidFill>
            <a:srgbClr val="0B1D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3246120"/>
            <a:ext cx="914400" cy="9144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3611880"/>
            <a:ext cx="182880" cy="18288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Telemetry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spacecraft sensors and subsystems to report the health and behavior of the satellite.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Behavior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45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segments may contain unusual or abnormal signal behavior that needs attention.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459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29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large volumes of telemetry by hand is time-consuming.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6459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429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help classify telemetry segments as nominal or anomalous.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13294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 identify anomalous satellite telemetry segments from nominal telemetry using machine learning in R.”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/ Anomalous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24912" y="3063240"/>
            <a:ext cx="676656" cy="36576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42432" y="3063240"/>
            <a:ext cx="676656" cy="36576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telemetry-segment anomaly classification (not future failure forecasting).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and analyze the official OPSSAT-AD satellite telemetry dataset.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057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clean and preprocess the telemetry features using 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machine-learning models for detecting anomalous telemetry segments.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and visualize model performance using suitable classification metrics.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OPSSAT-AD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(segments)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143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196596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6596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1,689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965960"/>
            <a:ext cx="1920240" cy="7315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4023360" cy="178308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Target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3832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OPSSAT-AD – anomaly detection dataset for satellite telemetry, Zenodo Record 12588359, Version 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10.5281/zenodo.12588359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anomaly  (0 = Nominal, 1 = Anomalous)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Suitable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3832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 from ESA’s OPS-SAT CubeSat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anomaly labels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train/test split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Telemetry-derived features for 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v1 file checksum verified in notebook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097280"/>
            <a:ext cx="228600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55448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Nominal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Anomalous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097280"/>
            <a:ext cx="338328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Features (18)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55448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len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var, std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kurtosis, skew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n_peaks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peak-count features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Difference-based peak features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Difference-variance features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Gap-related features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Length-derived features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Variance-derived features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in 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structure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check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Non-finite-value check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train/test split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 median imputation (if required)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identifier/split columns from predictors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071327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data$anomaly &lt;- factor(data$anomaly,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levels = c(0, 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 = c("Nominal", "Anomalous"))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data$channel &lt;- factor(data$channel)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 &lt;- data[data$train == 1,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  &lt;- data[data$train == 0,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predictor_cols &lt;- setdiff(names(data),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c("segment", "anomaly", "train"))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&amp; Check Results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train excluded from predictors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→ factor; channel → categorical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0 missing, 0 duplicate, 0 non-finite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 median imputation: nothing to fill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1,594 (321 anomalous); Test 529 (113 anomalous)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Visualization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Class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089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1,689 vs anomalous 434: about 4:1, so the classes are imbalanced and accuracy alone is not enough.</a:t>
            </a:r>
            <a:endParaRPr lang="en-US" sz="1100" dirty="0"/>
          </a:p>
        </p:txBody>
      </p:sp>
      <p:pic>
        <p:nvPicPr>
          <p:cNvPr id="6" name="Image 1" descr="Anomaly rate by chan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1920240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31089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by channel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differ by channel: CADC0890 is highest (78.6%, only 14 segments); CADC0884 has none; CADC0874 is 35.6%.</a:t>
            </a:r>
            <a:endParaRPr lang="en-US" sz="1100" dirty="0"/>
          </a:p>
        </p:txBody>
      </p:sp>
      <p:pic>
        <p:nvPicPr>
          <p:cNvPr id="8" name="Image 2" descr="Signal mean by c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1920240" cy="1920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31089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mean by class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medians are near zero. Nominal means spread wider (75th percentile ≈ 0.23 vs ≈ 0.03 for anomalous).</a:t>
            </a:r>
            <a:endParaRPr lang="en-US" sz="1100" dirty="0"/>
          </a:p>
        </p:txBody>
      </p:sp>
      <p:pic>
        <p:nvPicPr>
          <p:cNvPr id="10" name="Image 3" descr="Signal std by cl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97280"/>
            <a:ext cx="192024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6560" y="3108960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std by class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pattern: nominal std spreads wider (75th percentile ≈ 0.24 vs ≈ 0.04); both medians are near zero.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251460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Random Forest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relationships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classification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many telemetry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4 variables tried per split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51460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Logistic Regression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statistical baseline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model comparison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linear classification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3294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classification: OPSSAT-AD provides ground-truth anomaly labels.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017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017520" cy="8229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Random Forest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and PR-AUC in the notebook. Green = better model per metric.</a:t>
            </a:r>
            <a:endParaRPr lang="en-US" sz="1000" dirty="0"/>
          </a:p>
        </p:txBody>
      </p:sp>
      <p:pic>
        <p:nvPicPr>
          <p:cNvPr id="8" name="Image 0" descr="Random Forest confus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97280"/>
            <a:ext cx="1618488" cy="1618488"/>
          </a:xfrm>
          <a:prstGeom prst="rect">
            <a:avLst/>
          </a:prstGeom>
        </p:spPr>
      </p:pic>
      <p:pic>
        <p:nvPicPr>
          <p:cNvPr id="9" name="Image 1" descr="ROC curve compari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097280"/>
            <a:ext cx="1618488" cy="1618488"/>
          </a:xfrm>
          <a:prstGeom prst="rect">
            <a:avLst/>
          </a:prstGeom>
        </p:spPr>
      </p:pic>
      <p:pic>
        <p:nvPicPr>
          <p:cNvPr id="10" name="Image 2" descr="Precision-Recall comparis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097280"/>
            <a:ext cx="1618488" cy="161848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657600" y="2834640"/>
            <a:ext cx="5029200" cy="182880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3794760" y="2926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 (test set, 529 segments)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3794760" y="3291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confusion matrix: 411 true nominal, 5 false alarms, 13 missed anomalies, 100 detected anomalies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higher on 6 of 7 metrics; Logistic Regression has higher precision (0.9700 vs 0.9524)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0.9914 (RF) vs 0.9743 (LR); PR-AUC: 0.9747 vs 0.9489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of 0.8970 shows strong agreement despite class imbalance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Top 10 Random Forest feature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5661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06240" y="1097280"/>
            <a:ext cx="448056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43400" y="1188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Random Forest Uses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55448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n_peaks ranks first (importance 104.5), almost twice the next feature, smooth10_n_peaks (55.1)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Peak-count features lead; diff2_var ranks 4th and diff_peaks 5th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std are not in the top 10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= mean decrease in Gini (500 trees)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5 nominal segments flagged as anomalous (false alarms)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negatives: 13 anomalous segments missed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misses than false alarms, matching recall 0.8850 &lt; precision 0.9524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Reproducibility, Version Control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5661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OPSSAT-AD dataset analyzed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R-based cleaning and preprocessing performed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visualization completed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Logistic Regression evaluated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metrics used; Random Forest best (F1 0.9174, PR-AUC 0.9747)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telemetry-segment classifier, not future-failure forecasting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097280"/>
            <a:ext cx="4251960" cy="10515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188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&amp; Reproducibility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5544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outputs, tables, graphs organized in R Markdown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Google Colab (R runtime); rerun to reproduce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4251960" cy="105156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3774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432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v1_initial_dataset_and_problem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v2_preprocessing_and_eda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v3_model_development  •  v4_final_results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3474720"/>
            <a:ext cx="4251960" cy="1188720"/>
          </a:xfrm>
          <a:prstGeom prst="rect">
            <a:avLst/>
          </a:prstGeom>
          <a:solidFill>
            <a:srgbClr val="13294B"/>
          </a:solidFill>
          <a:ln w="9525">
            <a:solidFill>
              <a:srgbClr val="1F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5661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931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Ruszczak et al. (2025). The OPS-SAT benchmark for detecting anomalies in satellite telemetry. Scientific Data. DOI: 10.1038/s41597-025-05035-3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OPSSAT-AD, Zenodo Record 12588359, v1. DOI: 10.5281/zenodo.12588359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KP Labs OPS-SAT-AD GitHub repository.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Telemetry Anomaly Detection Using Machine Learning in R</dc:title>
  <dc:subject>PptxGenJS Presentation</dc:subject>
  <dc:creator>PptxGenJS</dc:creator>
  <cp:lastModifiedBy>PptxGenJS</cp:lastModifiedBy>
  <cp:revision>1</cp:revision>
  <dcterms:created xsi:type="dcterms:W3CDTF">2026-10-08T05:32:03Z</dcterms:created>
  <dcterms:modified xsi:type="dcterms:W3CDTF">2026-10-08T05:32:03Z</dcterms:modified>
</cp:coreProperties>
</file>